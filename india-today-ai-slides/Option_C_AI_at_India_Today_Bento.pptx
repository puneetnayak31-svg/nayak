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 a glance" id="{ef361fb5-83ea-516f-d085-b8a3554352cd}">
          <p14:sldIdLst>
            <p14:sldId id="25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at India Today Group at a glance. India's first AI news anchor and AI doubles keep us always on air. AI runs through front and back office: an AI-enabled CMS, AI voiceovers, video, infographics, gen-AI graphics, magazine covers, illustrations and AI fashion shows, and India Today covers since 1975 brought alive. We broadcast a fully AI-made film on Operation Sindoor and recreated the national anthem with India's freedom fighters. Weather, air quality, fuel and commodity updates are automated. Truth and credibility stay at the heart of it: a 50-year legacy, built for the next 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ento">
    <p:bg>
      <p:bgPr>
        <a:solidFill>
          <a:srgbClr val="F2F2F5"/>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image" Target="../media/image-1-18.png"/><Relationship Id="rId19" Type="http://schemas.openxmlformats.org/officeDocument/2006/relationships/image" Target="../media/image-1-19.png"/><Relationship Id="rId20" Type="http://schemas.openxmlformats.org/officeDocument/2006/relationships/slideLayout" Target="../slideLayouts/slideLayout2.xml"/><Relationship Id="rId21"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le - AI anchors"/>
          <p:cNvSpPr/>
          <p:nvPr/>
        </p:nvSpPr>
        <p:spPr>
          <a:xfrm>
            <a:off x="126997" y="126997"/>
            <a:ext cx="4114697" cy="2127197"/>
          </a:xfrm>
          <a:prstGeom prst="roundRect">
            <a:avLst>
              <a:gd name="adj" fmla="val 8597"/>
            </a:avLst>
          </a:prstGeom>
          <a:solidFill>
            <a:srgbClr val="FFFFFF"/>
          </a:solidFill>
          <a:ln/>
        </p:spPr>
      </p:sp>
      <p:sp>
        <p:nvSpPr>
          <p:cNvPr id="3" name="Text 1"/>
          <p:cNvSpPr txBox="1"/>
          <p:nvPr/>
        </p:nvSpPr>
        <p:spPr>
          <a:xfrm>
            <a:off x="264157" y="255013"/>
            <a:ext cx="3840377" cy="274320"/>
          </a:xfrm>
          <a:prstGeom prst="rect">
            <a:avLst/>
          </a:prstGeom>
          <a:noFill/>
          <a:ln/>
        </p:spPr>
        <p:txBody>
          <a:bodyPr wrap="square" lIns="0" tIns="0" rIns="0" bIns="0" rtlCol="0" anchor="ctr"/>
          <a:lstStyle/>
          <a:p>
            <a:pPr algn="ctr" indent="0" marL="0">
              <a:buNone/>
            </a:pPr>
            <a:r>
              <a:rPr lang="en-US" sz="1250" dirty="0">
                <a:solidFill>
                  <a:schemeClr val="tx1"/>
                </a:solidFill>
              </a:rPr>
              <a:t>India's first AI news anchor</a:t>
            </a:r>
            <a:endParaRPr lang="en-US" sz="1250" dirty="0"/>
          </a:p>
        </p:txBody>
      </p:sp>
      <p:sp>
        <p:nvSpPr>
          <p:cNvPr id="4" name="IMAGE SLOT - AI anchor image"/>
          <p:cNvSpPr/>
          <p:nvPr/>
        </p:nvSpPr>
        <p:spPr>
          <a:xfrm>
            <a:off x="538477" y="629917"/>
            <a:ext cx="3291737" cy="1441397"/>
          </a:xfrm>
          <a:prstGeom prst="roundRect">
            <a:avLst>
              <a:gd name="adj" fmla="val 8881"/>
            </a:avLst>
          </a:prstGeom>
          <a:solidFill>
            <a:srgbClr val="E8E8ED"/>
          </a:solidFill>
          <a:ln/>
        </p:spPr>
      </p:sp>
      <p:pic>
        <p:nvPicPr>
          <p:cNvPr id="5" name="slot icon - AI anchor image" descr="preencoded.png">    </p:cNvPr>
          <p:cNvPicPr>
            <a:picLocks noChangeAspect="1"/>
          </p:cNvPicPr>
          <p:nvPr/>
        </p:nvPicPr>
        <p:blipFill>
          <a:blip r:embed="rId1"/>
          <a:stretch>
            <a:fillRect/>
          </a:stretch>
        </p:blipFill>
        <p:spPr>
          <a:xfrm>
            <a:off x="2028897" y="1076295"/>
            <a:ext cx="310896" cy="310896"/>
          </a:xfrm>
          <a:prstGeom prst="rect">
            <a:avLst/>
          </a:prstGeom>
        </p:spPr>
      </p:pic>
      <p:sp>
        <p:nvSpPr>
          <p:cNvPr id="6" name="slot hint - AI anchor image"/>
          <p:cNvSpPr txBox="1"/>
          <p:nvPr/>
        </p:nvSpPr>
        <p:spPr>
          <a:xfrm>
            <a:off x="538477" y="1460343"/>
            <a:ext cx="3291737" cy="228600"/>
          </a:xfrm>
          <a:prstGeom prst="rect">
            <a:avLst/>
          </a:prstGeom>
          <a:noFill/>
          <a:ln/>
        </p:spPr>
        <p:txBody>
          <a:bodyPr wrap="square" lIns="0" tIns="0" rIns="0" bIns="0" rtlCol="0" anchor="ctr"/>
          <a:lstStyle/>
          <a:p>
            <a:pPr algn="ctr" indent="0" marL="0">
              <a:buNone/>
            </a:pPr>
            <a:r>
              <a:rPr lang="en-US" sz="900" dirty="0">
                <a:solidFill>
                  <a:schemeClr val="accent4"/>
                </a:solidFill>
              </a:rPr>
              <a:t>AI anchor image</a:t>
            </a:r>
            <a:endParaRPr lang="en-US" sz="900" dirty="0"/>
          </a:p>
        </p:txBody>
      </p:sp>
      <p:sp>
        <p:nvSpPr>
          <p:cNvPr id="7" name="Tile - CMS"/>
          <p:cNvSpPr/>
          <p:nvPr/>
        </p:nvSpPr>
        <p:spPr>
          <a:xfrm>
            <a:off x="4349641" y="126997"/>
            <a:ext cx="2298643" cy="1003275"/>
          </a:xfrm>
          <a:prstGeom prst="roundRect">
            <a:avLst>
              <a:gd name="adj" fmla="val 18228"/>
            </a:avLst>
          </a:prstGeom>
          <a:solidFill>
            <a:srgbClr val="FFFFFF"/>
          </a:solidFill>
          <a:ln/>
        </p:spPr>
      </p:sp>
      <p:sp>
        <p:nvSpPr>
          <p:cNvPr id="8" name="Text 5"/>
          <p:cNvSpPr txBox="1"/>
          <p:nvPr/>
        </p:nvSpPr>
        <p:spPr>
          <a:xfrm>
            <a:off x="4486801" y="255013"/>
            <a:ext cx="2024323" cy="274320"/>
          </a:xfrm>
          <a:prstGeom prst="rect">
            <a:avLst/>
          </a:prstGeom>
          <a:noFill/>
          <a:ln/>
        </p:spPr>
        <p:txBody>
          <a:bodyPr wrap="square" lIns="0" tIns="0" rIns="0" bIns="0" rtlCol="0" anchor="ctr"/>
          <a:lstStyle/>
          <a:p>
            <a:pPr algn="ctr" indent="0" marL="0">
              <a:buNone/>
            </a:pPr>
            <a:r>
              <a:rPr lang="en-US" sz="1250" dirty="0">
                <a:solidFill>
                  <a:schemeClr val="tx1"/>
                </a:solidFill>
              </a:rPr>
              <a:t>AI-enabled CMS</a:t>
            </a:r>
            <a:endParaRPr lang="en-US" sz="1250" dirty="0"/>
          </a:p>
        </p:txBody>
      </p:sp>
      <p:sp>
        <p:nvSpPr>
          <p:cNvPr id="9" name="IMAGE SLOT - CMS screen"/>
          <p:cNvSpPr/>
          <p:nvPr/>
        </p:nvSpPr>
        <p:spPr>
          <a:xfrm>
            <a:off x="4532521" y="602485"/>
            <a:ext cx="1932883" cy="381483"/>
          </a:xfrm>
          <a:prstGeom prst="roundRect">
            <a:avLst>
              <a:gd name="adj" fmla="val 23970"/>
            </a:avLst>
          </a:prstGeom>
          <a:solidFill>
            <a:srgbClr val="E8E8ED"/>
          </a:solidFill>
          <a:ln/>
        </p:spPr>
      </p:sp>
      <p:pic>
        <p:nvPicPr>
          <p:cNvPr id="10" name="slot icon - CMS screen" descr="preencoded.png">    </p:cNvPr>
          <p:cNvPicPr>
            <a:picLocks noChangeAspect="1"/>
          </p:cNvPicPr>
          <p:nvPr/>
        </p:nvPicPr>
        <p:blipFill>
          <a:blip r:embed="rId2"/>
          <a:stretch>
            <a:fillRect/>
          </a:stretch>
        </p:blipFill>
        <p:spPr>
          <a:xfrm>
            <a:off x="5432203" y="726467"/>
            <a:ext cx="133519" cy="133519"/>
          </a:xfrm>
          <a:prstGeom prst="rect">
            <a:avLst/>
          </a:prstGeom>
        </p:spPr>
      </p:pic>
      <p:pic>
        <p:nvPicPr>
          <p:cNvPr id="11" name="Tile - AI doubles" descr="/tmp/claude-0/-home-user-nayak/e234e072-51fc-5a89-bcc1-7181d2d8a173/scratchpad/build/assets/grad_tile.png">    </p:cNvPr>
          <p:cNvPicPr>
            <a:picLocks noChangeAspect="1"/>
          </p:cNvPicPr>
          <p:nvPr/>
        </p:nvPicPr>
        <p:blipFill>
          <a:blip r:embed="rId3"/>
          <a:stretch>
            <a:fillRect/>
          </a:stretch>
        </p:blipFill>
        <p:spPr>
          <a:xfrm>
            <a:off x="4349641" y="1238219"/>
            <a:ext cx="1092173" cy="1015975"/>
          </a:xfrm>
          <a:prstGeom prst="rect">
            <a:avLst/>
          </a:prstGeom>
        </p:spPr>
      </p:pic>
      <p:sp>
        <p:nvSpPr>
          <p:cNvPr id="12" name="Text 7"/>
          <p:cNvSpPr txBox="1"/>
          <p:nvPr/>
        </p:nvSpPr>
        <p:spPr>
          <a:xfrm>
            <a:off x="4349641" y="1238219"/>
            <a:ext cx="1092173" cy="1015975"/>
          </a:xfrm>
          <a:prstGeom prst="rect">
            <a:avLst/>
          </a:prstGeom>
          <a:noFill/>
          <a:ln/>
        </p:spPr>
        <p:txBody>
          <a:bodyPr wrap="square" lIns="0" tIns="0" rIns="0" bIns="0" rtlCol="0" anchor="ctr"/>
          <a:lstStyle/>
          <a:p>
            <a:pPr algn="ctr" indent="0" marL="0">
              <a:lnSpc>
                <a:spcPct val="95000"/>
              </a:lnSpc>
              <a:buNone/>
            </a:pPr>
            <a:r>
              <a:rPr lang="en-US" sz="2000" b="1" dirty="0">
                <a:solidFill>
                  <a:schemeClr val="bg1"/>
                </a:solidFill>
              </a:rPr>
              <a:t>AI</a:t>
            </a:r>
            <a:endParaRPr lang="en-US" sz="2000" dirty="0"/>
          </a:p>
          <a:p>
            <a:pPr algn="ctr" indent="0" marL="0">
              <a:lnSpc>
                <a:spcPct val="95000"/>
              </a:lnSpc>
              <a:buNone/>
            </a:pPr>
            <a:r>
              <a:rPr lang="en-US" sz="2000" b="1" dirty="0">
                <a:solidFill>
                  <a:schemeClr val="bg1"/>
                </a:solidFill>
              </a:rPr>
              <a:t>Doubles</a:t>
            </a:r>
            <a:endParaRPr lang="en-US" sz="2000" dirty="0"/>
          </a:p>
        </p:txBody>
      </p:sp>
      <p:sp>
        <p:nvSpPr>
          <p:cNvPr id="13" name="Tile - always on air"/>
          <p:cNvSpPr/>
          <p:nvPr/>
        </p:nvSpPr>
        <p:spPr>
          <a:xfrm>
            <a:off x="5556111" y="1238219"/>
            <a:ext cx="1092173" cy="1015975"/>
          </a:xfrm>
          <a:prstGeom prst="roundRect">
            <a:avLst>
              <a:gd name="adj" fmla="val 18000"/>
            </a:avLst>
          </a:prstGeom>
          <a:solidFill>
            <a:srgbClr val="FFFFFF"/>
          </a:solidFill>
          <a:ln/>
        </p:spPr>
      </p:sp>
      <p:sp>
        <p:nvSpPr>
          <p:cNvPr id="14" name="Text 9"/>
          <p:cNvSpPr txBox="1"/>
          <p:nvPr/>
        </p:nvSpPr>
        <p:spPr>
          <a:xfrm>
            <a:off x="5556111" y="1238219"/>
            <a:ext cx="1092173" cy="1015975"/>
          </a:xfrm>
          <a:prstGeom prst="rect">
            <a:avLst/>
          </a:prstGeom>
          <a:noFill/>
          <a:ln/>
        </p:spPr>
        <p:txBody>
          <a:bodyPr wrap="square" lIns="0" tIns="0" rIns="0" bIns="0" rtlCol="0" anchor="ctr"/>
          <a:lstStyle/>
          <a:p>
            <a:pPr algn="ctr" indent="0" marL="0">
              <a:lnSpc>
                <a:spcPct val="92000"/>
              </a:lnSpc>
              <a:buNone/>
            </a:pPr>
            <a:r>
              <a:rPr lang="en-US" sz="2000" b="1" dirty="0">
                <a:solidFill>
                  <a:schemeClr val="accent1"/>
                </a:solidFill>
              </a:rPr>
              <a:t>Always</a:t>
            </a:r>
            <a:endParaRPr lang="en-US" sz="2000" dirty="0"/>
          </a:p>
          <a:p>
            <a:pPr algn="ctr" indent="0" marL="0">
              <a:lnSpc>
                <a:spcPct val="92000"/>
              </a:lnSpc>
              <a:buNone/>
            </a:pPr>
            <a:r>
              <a:rPr lang="en-US" sz="2000" b="1" dirty="0">
                <a:solidFill>
                  <a:schemeClr val="accent1"/>
                </a:solidFill>
              </a:rPr>
              <a:t>on air</a:t>
            </a:r>
            <a:endParaRPr lang="en-US" sz="2000" dirty="0"/>
          </a:p>
        </p:txBody>
      </p:sp>
      <p:sp>
        <p:nvSpPr>
          <p:cNvPr id="15" name="Tile - ITG AI chip"/>
          <p:cNvSpPr/>
          <p:nvPr/>
        </p:nvSpPr>
        <p:spPr>
          <a:xfrm>
            <a:off x="6749881" y="126997"/>
            <a:ext cx="2298643" cy="2127197"/>
          </a:xfrm>
          <a:prstGeom prst="roundRect">
            <a:avLst>
              <a:gd name="adj" fmla="val 8597"/>
            </a:avLst>
          </a:prstGeom>
          <a:solidFill>
            <a:srgbClr val="FFFFFF"/>
          </a:solidFill>
          <a:ln/>
        </p:spPr>
      </p:sp>
      <p:sp>
        <p:nvSpPr>
          <p:cNvPr id="16" name="Chip"/>
          <p:cNvSpPr/>
          <p:nvPr/>
        </p:nvSpPr>
        <p:spPr>
          <a:xfrm>
            <a:off x="7112819" y="404211"/>
            <a:ext cx="1572768" cy="1572768"/>
          </a:xfrm>
          <a:prstGeom prst="roundRect">
            <a:avLst>
              <a:gd name="adj" fmla="val 3488"/>
            </a:avLst>
          </a:prstGeom>
          <a:solidFill>
            <a:srgbClr val="111114"/>
          </a:solidFill>
          <a:ln/>
        </p:spPr>
      </p:sp>
      <p:pic>
        <p:nvPicPr>
          <p:cNvPr id="17" name="Chip logo" descr="/tmp/claude-0/-home-user-nayak/e234e072-51fc-5a89-bcc1-7181d2d8a173/scratchpad/build/assets/logo.png">    </p:cNvPr>
          <p:cNvPicPr>
            <a:picLocks noChangeAspect="1"/>
          </p:cNvPicPr>
          <p:nvPr/>
        </p:nvPicPr>
        <p:blipFill>
          <a:blip r:embed="rId4"/>
          <a:stretch>
            <a:fillRect/>
          </a:stretch>
        </p:blipFill>
        <p:spPr>
          <a:xfrm>
            <a:off x="7259123" y="925419"/>
            <a:ext cx="566928" cy="539496"/>
          </a:xfrm>
          <a:prstGeom prst="rect">
            <a:avLst/>
          </a:prstGeom>
        </p:spPr>
      </p:pic>
      <p:sp>
        <p:nvSpPr>
          <p:cNvPr id="18" name="Text 12"/>
          <p:cNvSpPr txBox="1"/>
          <p:nvPr/>
        </p:nvSpPr>
        <p:spPr>
          <a:xfrm>
            <a:off x="7935779" y="815691"/>
            <a:ext cx="731520" cy="731520"/>
          </a:xfrm>
          <a:prstGeom prst="rect">
            <a:avLst/>
          </a:prstGeom>
          <a:noFill/>
          <a:ln/>
        </p:spPr>
        <p:txBody>
          <a:bodyPr wrap="square" lIns="0" tIns="0" rIns="0" bIns="0" rtlCol="0" anchor="ctr"/>
          <a:lstStyle/>
          <a:p>
            <a:pPr algn="l" indent="0" marL="0">
              <a:buNone/>
            </a:pPr>
            <a:r>
              <a:rPr lang="en-US" sz="4000" b="1" dirty="0">
                <a:solidFill>
                  <a:schemeClr val="bg1"/>
                </a:solidFill>
              </a:rPr>
              <a:t>AI</a:t>
            </a:r>
            <a:endParaRPr lang="en-US" sz="4000" dirty="0"/>
          </a:p>
        </p:txBody>
      </p:sp>
      <p:sp>
        <p:nvSpPr>
          <p:cNvPr id="19" name="Tile - Operation Sindoor"/>
          <p:cNvSpPr/>
          <p:nvPr/>
        </p:nvSpPr>
        <p:spPr>
          <a:xfrm>
            <a:off x="9143771" y="126997"/>
            <a:ext cx="2920927" cy="2127197"/>
          </a:xfrm>
          <a:prstGeom prst="roundRect">
            <a:avLst>
              <a:gd name="adj" fmla="val 8597"/>
            </a:avLst>
          </a:prstGeom>
          <a:solidFill>
            <a:srgbClr val="FFFFFF"/>
          </a:solidFill>
          <a:ln/>
        </p:spPr>
      </p:sp>
      <p:sp>
        <p:nvSpPr>
          <p:cNvPr id="20" name="Text 14"/>
          <p:cNvSpPr txBox="1"/>
          <p:nvPr/>
        </p:nvSpPr>
        <p:spPr>
          <a:xfrm>
            <a:off x="9280931" y="255013"/>
            <a:ext cx="2646607" cy="274320"/>
          </a:xfrm>
          <a:prstGeom prst="rect">
            <a:avLst/>
          </a:prstGeom>
          <a:noFill/>
          <a:ln/>
        </p:spPr>
        <p:txBody>
          <a:bodyPr wrap="square" lIns="0" tIns="0" rIns="0" bIns="0" rtlCol="0" anchor="ctr"/>
          <a:lstStyle/>
          <a:p>
            <a:pPr algn="ctr" indent="0" marL="0">
              <a:buNone/>
            </a:pPr>
            <a:r>
              <a:rPr lang="en-US" sz="1250" dirty="0">
                <a:solidFill>
                  <a:schemeClr val="tx1"/>
                </a:solidFill>
              </a:rPr>
              <a:t>Operation Sindoor, fully AI-made</a:t>
            </a:r>
            <a:endParaRPr lang="en-US" sz="1250" dirty="0"/>
          </a:p>
        </p:txBody>
      </p:sp>
      <p:sp>
        <p:nvSpPr>
          <p:cNvPr id="21" name="IMAGE SLOT - Film still"/>
          <p:cNvSpPr/>
          <p:nvPr/>
        </p:nvSpPr>
        <p:spPr>
          <a:xfrm>
            <a:off x="9326651" y="629917"/>
            <a:ext cx="2555167" cy="1441397"/>
          </a:xfrm>
          <a:prstGeom prst="roundRect">
            <a:avLst>
              <a:gd name="adj" fmla="val 8881"/>
            </a:avLst>
          </a:prstGeom>
          <a:solidFill>
            <a:srgbClr val="E8E8ED"/>
          </a:solidFill>
          <a:ln/>
        </p:spPr>
      </p:sp>
      <p:pic>
        <p:nvPicPr>
          <p:cNvPr id="22" name="slot icon - Film still" descr="preencoded.png">    </p:cNvPr>
          <p:cNvPicPr>
            <a:picLocks noChangeAspect="1"/>
          </p:cNvPicPr>
          <p:nvPr/>
        </p:nvPicPr>
        <p:blipFill>
          <a:blip r:embed="rId5"/>
          <a:stretch>
            <a:fillRect/>
          </a:stretch>
        </p:blipFill>
        <p:spPr>
          <a:xfrm>
            <a:off x="10448787" y="1076295"/>
            <a:ext cx="310896" cy="310896"/>
          </a:xfrm>
          <a:prstGeom prst="rect">
            <a:avLst/>
          </a:prstGeom>
        </p:spPr>
      </p:pic>
      <p:sp>
        <p:nvSpPr>
          <p:cNvPr id="23" name="slot hint - Film still"/>
          <p:cNvSpPr txBox="1"/>
          <p:nvPr/>
        </p:nvSpPr>
        <p:spPr>
          <a:xfrm>
            <a:off x="9326651" y="1460343"/>
            <a:ext cx="2555167" cy="228600"/>
          </a:xfrm>
          <a:prstGeom prst="rect">
            <a:avLst/>
          </a:prstGeom>
          <a:noFill/>
          <a:ln/>
        </p:spPr>
        <p:txBody>
          <a:bodyPr wrap="square" lIns="0" tIns="0" rIns="0" bIns="0" rtlCol="0" anchor="ctr"/>
          <a:lstStyle/>
          <a:p>
            <a:pPr algn="ctr" indent="0" marL="0">
              <a:buNone/>
            </a:pPr>
            <a:r>
              <a:rPr lang="en-US" sz="900" dirty="0">
                <a:solidFill>
                  <a:schemeClr val="accent4"/>
                </a:solidFill>
              </a:rPr>
              <a:t>Film still</a:t>
            </a:r>
            <a:endParaRPr lang="en-US" sz="900" dirty="0"/>
          </a:p>
        </p:txBody>
      </p:sp>
      <p:sp>
        <p:nvSpPr>
          <p:cNvPr id="24" name="Tile - weather"/>
          <p:cNvSpPr/>
          <p:nvPr/>
        </p:nvSpPr>
        <p:spPr>
          <a:xfrm>
            <a:off x="126997" y="2362141"/>
            <a:ext cx="1098523" cy="1574761"/>
          </a:xfrm>
          <a:prstGeom prst="roundRect">
            <a:avLst>
              <a:gd name="adj" fmla="val 16648"/>
            </a:avLst>
          </a:prstGeom>
          <a:solidFill>
            <a:srgbClr val="FFFFFF"/>
          </a:solidFill>
          <a:ln/>
        </p:spPr>
      </p:sp>
      <p:pic>
        <p:nvPicPr>
          <p:cNvPr id="25" name="Weather icon" descr="preencoded.png">    </p:cNvPr>
          <p:cNvPicPr>
            <a:picLocks noChangeAspect="1"/>
          </p:cNvPicPr>
          <p:nvPr/>
        </p:nvPicPr>
        <p:blipFill>
          <a:blip r:embed="rId6"/>
          <a:stretch>
            <a:fillRect/>
          </a:stretch>
        </p:blipFill>
        <p:spPr>
          <a:xfrm>
            <a:off x="356218" y="2654749"/>
            <a:ext cx="640080" cy="640080"/>
          </a:xfrm>
          <a:prstGeom prst="rect">
            <a:avLst/>
          </a:prstGeom>
        </p:spPr>
      </p:pic>
      <p:sp>
        <p:nvSpPr>
          <p:cNvPr id="26" name="Text 18"/>
          <p:cNvSpPr txBox="1"/>
          <p:nvPr/>
        </p:nvSpPr>
        <p:spPr>
          <a:xfrm>
            <a:off x="126997" y="3386269"/>
            <a:ext cx="1098523" cy="411480"/>
          </a:xfrm>
          <a:prstGeom prst="rect">
            <a:avLst/>
          </a:prstGeom>
          <a:noFill/>
          <a:ln/>
        </p:spPr>
        <p:txBody>
          <a:bodyPr wrap="square" lIns="0" tIns="0" rIns="0" bIns="0" rtlCol="0" anchor="ctr"/>
          <a:lstStyle/>
          <a:p>
            <a:pPr algn="ctr" indent="0" marL="0">
              <a:buNone/>
            </a:pPr>
            <a:r>
              <a:rPr lang="en-US" sz="1100" dirty="0">
                <a:solidFill>
                  <a:schemeClr val="tx1"/>
                </a:solidFill>
              </a:rPr>
              <a:t>Weather,</a:t>
            </a:r>
            <a:endParaRPr lang="en-US" sz="1100" dirty="0"/>
          </a:p>
          <a:p>
            <a:pPr algn="ctr" indent="0" marL="0">
              <a:buNone/>
            </a:pPr>
            <a:r>
              <a:rPr lang="en-US" sz="1100" dirty="0">
                <a:solidFill>
                  <a:schemeClr val="tx1"/>
                </a:solidFill>
              </a:rPr>
              <a:t>automated</a:t>
            </a:r>
            <a:endParaRPr lang="en-US" sz="1100" dirty="0"/>
          </a:p>
        </p:txBody>
      </p:sp>
      <p:sp>
        <p:nvSpPr>
          <p:cNvPr id="27" name="Tile - front and back office"/>
          <p:cNvSpPr/>
          <p:nvPr/>
        </p:nvSpPr>
        <p:spPr>
          <a:xfrm>
            <a:off x="1333467" y="2362141"/>
            <a:ext cx="1701757" cy="1003275"/>
          </a:xfrm>
          <a:prstGeom prst="roundRect">
            <a:avLst>
              <a:gd name="adj" fmla="val 18228"/>
            </a:avLst>
          </a:prstGeom>
          <a:solidFill>
            <a:srgbClr val="FFFFFF"/>
          </a:solidFill>
          <a:ln/>
        </p:spPr>
      </p:sp>
      <p:sp>
        <p:nvSpPr>
          <p:cNvPr id="28" name="Text 20"/>
          <p:cNvSpPr txBox="1"/>
          <p:nvPr/>
        </p:nvSpPr>
        <p:spPr>
          <a:xfrm>
            <a:off x="1333467" y="2362141"/>
            <a:ext cx="1701757" cy="1003275"/>
          </a:xfrm>
          <a:prstGeom prst="rect">
            <a:avLst/>
          </a:prstGeom>
          <a:noFill/>
          <a:ln/>
        </p:spPr>
        <p:txBody>
          <a:bodyPr wrap="square" lIns="0" tIns="0" rIns="0" bIns="0" rtlCol="0" anchor="ctr"/>
          <a:lstStyle/>
          <a:p>
            <a:pPr algn="ctr" indent="0" marL="0">
              <a:lnSpc>
                <a:spcPct val="95000"/>
              </a:lnSpc>
              <a:buNone/>
            </a:pPr>
            <a:r>
              <a:rPr lang="en-US" sz="1900" b="1" dirty="0">
                <a:solidFill>
                  <a:schemeClr val="accent2"/>
                </a:solidFill>
              </a:rPr>
              <a:t>Front office</a:t>
            </a:r>
            <a:endParaRPr lang="en-US" sz="1900" dirty="0"/>
          </a:p>
          <a:p>
            <a:pPr algn="ctr" indent="0" marL="0">
              <a:lnSpc>
                <a:spcPct val="95000"/>
              </a:lnSpc>
              <a:buNone/>
            </a:pPr>
            <a:r>
              <a:rPr lang="en-US" sz="1900" b="1" dirty="0">
                <a:solidFill>
                  <a:schemeClr val="accent3"/>
                </a:solidFill>
              </a:rPr>
              <a:t>+ back office</a:t>
            </a:r>
            <a:endParaRPr lang="en-US" sz="1900" dirty="0"/>
          </a:p>
        </p:txBody>
      </p:sp>
      <p:sp>
        <p:nvSpPr>
          <p:cNvPr id="29" name="Tile - market data"/>
          <p:cNvSpPr/>
          <p:nvPr/>
        </p:nvSpPr>
        <p:spPr>
          <a:xfrm>
            <a:off x="1333467" y="3479713"/>
            <a:ext cx="1701757" cy="457189"/>
          </a:xfrm>
          <a:prstGeom prst="roundRect">
            <a:avLst>
              <a:gd name="adj" fmla="val 40001"/>
            </a:avLst>
          </a:prstGeom>
          <a:solidFill>
            <a:srgbClr val="FFFFFF"/>
          </a:solidFill>
          <a:ln/>
        </p:spPr>
      </p:sp>
      <p:pic>
        <p:nvPicPr>
          <p:cNvPr id="30" name="Bars icon" descr="preencoded.png">    </p:cNvPr>
          <p:cNvPicPr>
            <a:picLocks noChangeAspect="1"/>
          </p:cNvPicPr>
          <p:nvPr/>
        </p:nvPicPr>
        <p:blipFill>
          <a:blip r:embed="rId7"/>
          <a:stretch>
            <a:fillRect/>
          </a:stretch>
        </p:blipFill>
        <p:spPr>
          <a:xfrm>
            <a:off x="1479771" y="3571153"/>
            <a:ext cx="274320" cy="274320"/>
          </a:xfrm>
          <a:prstGeom prst="rect">
            <a:avLst/>
          </a:prstGeom>
        </p:spPr>
      </p:pic>
      <p:sp>
        <p:nvSpPr>
          <p:cNvPr id="31" name="Text 22"/>
          <p:cNvSpPr txBox="1"/>
          <p:nvPr/>
        </p:nvSpPr>
        <p:spPr>
          <a:xfrm>
            <a:off x="1808955" y="3479713"/>
            <a:ext cx="1153117" cy="457189"/>
          </a:xfrm>
          <a:prstGeom prst="rect">
            <a:avLst/>
          </a:prstGeom>
          <a:noFill/>
          <a:ln/>
        </p:spPr>
        <p:txBody>
          <a:bodyPr wrap="square" lIns="0" tIns="0" rIns="0" bIns="0" rtlCol="0" anchor="ctr"/>
          <a:lstStyle/>
          <a:p>
            <a:pPr algn="l" indent="0" marL="0">
              <a:buNone/>
            </a:pPr>
            <a:r>
              <a:rPr lang="en-US" sz="1000" dirty="0">
                <a:solidFill>
                  <a:schemeClr val="tx1"/>
                </a:solidFill>
              </a:rPr>
              <a:t>Air quality, fuel</a:t>
            </a:r>
            <a:endParaRPr lang="en-US" sz="1000" dirty="0"/>
          </a:p>
          <a:p>
            <a:pPr algn="l" indent="0" marL="0">
              <a:buNone/>
            </a:pPr>
            <a:r>
              <a:rPr lang="en-US" sz="1000" dirty="0">
                <a:solidFill>
                  <a:schemeClr val="tx1"/>
                </a:solidFill>
              </a:rPr>
              <a:t>&amp; commodity rates</a:t>
            </a:r>
            <a:endParaRPr lang="en-US" sz="1000" dirty="0"/>
          </a:p>
        </p:txBody>
      </p:sp>
      <p:sp>
        <p:nvSpPr>
          <p:cNvPr id="32" name="Tile - voiceovers"/>
          <p:cNvSpPr/>
          <p:nvPr/>
        </p:nvSpPr>
        <p:spPr>
          <a:xfrm>
            <a:off x="126997" y="4044849"/>
            <a:ext cx="2908227" cy="1003275"/>
          </a:xfrm>
          <a:prstGeom prst="roundRect">
            <a:avLst>
              <a:gd name="adj" fmla="val 18228"/>
            </a:avLst>
          </a:prstGeom>
          <a:solidFill>
            <a:srgbClr val="FFFFFF"/>
          </a:solidFill>
          <a:ln/>
        </p:spPr>
      </p:sp>
      <p:pic>
        <p:nvPicPr>
          <p:cNvPr id="33" name="Ripples" descr="/tmp/claude-0/-home-user-nayak/e234e072-51fc-5a89-bcc1-7181d2d8a173/scratchpad/build/assets/ripples.png">    </p:cNvPr>
          <p:cNvPicPr>
            <a:picLocks noChangeAspect="1"/>
          </p:cNvPicPr>
          <p:nvPr/>
        </p:nvPicPr>
        <p:blipFill>
          <a:blip r:embed="rId8"/>
          <a:stretch>
            <a:fillRect/>
          </a:stretch>
        </p:blipFill>
        <p:spPr>
          <a:xfrm>
            <a:off x="328165" y="4154577"/>
            <a:ext cx="2505891" cy="783819"/>
          </a:xfrm>
          <a:prstGeom prst="rect">
            <a:avLst/>
          </a:prstGeom>
        </p:spPr>
      </p:pic>
      <p:sp>
        <p:nvSpPr>
          <p:cNvPr id="34" name="Text 24"/>
          <p:cNvSpPr txBox="1"/>
          <p:nvPr/>
        </p:nvSpPr>
        <p:spPr>
          <a:xfrm>
            <a:off x="126997" y="4044849"/>
            <a:ext cx="2908227" cy="1003275"/>
          </a:xfrm>
          <a:prstGeom prst="rect">
            <a:avLst/>
          </a:prstGeom>
          <a:noFill/>
          <a:ln/>
        </p:spPr>
        <p:txBody>
          <a:bodyPr wrap="square" lIns="0" tIns="0" rIns="0" bIns="0" rtlCol="0" anchor="ctr"/>
          <a:lstStyle/>
          <a:p>
            <a:pPr algn="ctr" indent="0" marL="0">
              <a:buNone/>
            </a:pPr>
            <a:r>
              <a:rPr lang="en-US" sz="1700" b="1" dirty="0">
                <a:solidFill>
                  <a:schemeClr val="accent1"/>
                </a:solidFill>
              </a:rPr>
              <a:t>AI voiceovers</a:t>
            </a:r>
            <a:endParaRPr lang="en-US" sz="1700" dirty="0"/>
          </a:p>
        </p:txBody>
      </p:sp>
      <p:sp>
        <p:nvSpPr>
          <p:cNvPr id="35" name="Tile - hero"/>
          <p:cNvSpPr/>
          <p:nvPr/>
        </p:nvSpPr>
        <p:spPr>
          <a:xfrm>
            <a:off x="3143171" y="2362141"/>
            <a:ext cx="5905352" cy="2114497"/>
          </a:xfrm>
          <a:prstGeom prst="roundRect">
            <a:avLst>
              <a:gd name="adj" fmla="val 8649"/>
            </a:avLst>
          </a:prstGeom>
          <a:solidFill>
            <a:srgbClr val="FFFFFF"/>
          </a:solidFill>
          <a:ln/>
        </p:spPr>
      </p:sp>
      <p:sp>
        <p:nvSpPr>
          <p:cNvPr id="36" name="Hero watermark"/>
          <p:cNvSpPr txBox="1"/>
          <p:nvPr/>
        </p:nvSpPr>
        <p:spPr>
          <a:xfrm>
            <a:off x="3143171" y="2746189"/>
            <a:ext cx="5905352" cy="1554480"/>
          </a:xfrm>
          <a:prstGeom prst="rect">
            <a:avLst/>
          </a:prstGeom>
          <a:noFill/>
          <a:ln/>
        </p:spPr>
        <p:txBody>
          <a:bodyPr wrap="square" lIns="0" tIns="0" rIns="0" bIns="0" rtlCol="0" anchor="ctr"/>
          <a:lstStyle/>
          <a:p>
            <a:pPr algn="ctr" indent="0" marL="0">
              <a:buNone/>
            </a:pPr>
            <a:r>
              <a:rPr lang="en-US" sz="17500" b="1" dirty="0">
                <a:solidFill>
                  <a:schemeClr val="accent6"/>
                </a:solidFill>
              </a:rPr>
              <a:t>AI</a:t>
            </a:r>
            <a:endParaRPr lang="en-US" sz="17500" dirty="0"/>
          </a:p>
        </p:txBody>
      </p:sp>
      <p:sp>
        <p:nvSpPr>
          <p:cNvPr id="37" name="Text 27"/>
          <p:cNvSpPr txBox="1"/>
          <p:nvPr/>
        </p:nvSpPr>
        <p:spPr>
          <a:xfrm>
            <a:off x="3143171" y="2526733"/>
            <a:ext cx="5905352" cy="365760"/>
          </a:xfrm>
          <a:prstGeom prst="rect">
            <a:avLst/>
          </a:prstGeom>
          <a:noFill/>
          <a:ln/>
        </p:spPr>
        <p:txBody>
          <a:bodyPr wrap="square" lIns="0" tIns="0" rIns="0" bIns="0" rtlCol="0" anchor="ctr"/>
          <a:lstStyle/>
          <a:p>
            <a:pPr algn="ctr" indent="0" marL="0">
              <a:buNone/>
            </a:pPr>
            <a:r>
              <a:rPr lang="en-US" sz="2000" b="1" dirty="0">
                <a:solidFill>
                  <a:schemeClr val="tx1"/>
                </a:solidFill>
              </a:rPr>
              <a:t>AI at </a:t>
            </a:r>
            <a:pPr algn="ctr" indent="0" marL="0">
              <a:buNone/>
            </a:pPr>
            <a:r>
              <a:rPr lang="en-US" sz="2000" b="1" dirty="0">
                <a:solidFill>
                  <a:schemeClr val="accent1"/>
                </a:solidFill>
              </a:rPr>
              <a:t>India Today Group</a:t>
            </a:r>
            <a:endParaRPr lang="en-US" sz="2000" dirty="0"/>
          </a:p>
        </p:txBody>
      </p:sp>
      <p:sp>
        <p:nvSpPr>
          <p:cNvPr id="38" name="IMAGE SLOT - Hero image (newsroom)"/>
          <p:cNvSpPr/>
          <p:nvPr/>
        </p:nvSpPr>
        <p:spPr>
          <a:xfrm>
            <a:off x="3992728" y="3258253"/>
            <a:ext cx="4206240" cy="786384"/>
          </a:xfrm>
          <a:prstGeom prst="roundRect">
            <a:avLst>
              <a:gd name="adj" fmla="val 16279"/>
            </a:avLst>
          </a:prstGeom>
          <a:solidFill>
            <a:srgbClr val="E8E8ED"/>
          </a:solidFill>
          <a:ln/>
        </p:spPr>
      </p:sp>
      <p:pic>
        <p:nvPicPr>
          <p:cNvPr id="39" name="slot icon - Hero image (newsroom)" descr="preencoded.png">    </p:cNvPr>
          <p:cNvPicPr>
            <a:picLocks noChangeAspect="1"/>
          </p:cNvPicPr>
          <p:nvPr/>
        </p:nvPicPr>
        <p:blipFill>
          <a:blip r:embed="rId9"/>
          <a:stretch>
            <a:fillRect/>
          </a:stretch>
        </p:blipFill>
        <p:spPr>
          <a:xfrm>
            <a:off x="5958230" y="3394956"/>
            <a:ext cx="275234" cy="275234"/>
          </a:xfrm>
          <a:prstGeom prst="rect">
            <a:avLst/>
          </a:prstGeom>
        </p:spPr>
      </p:pic>
      <p:sp>
        <p:nvSpPr>
          <p:cNvPr id="40" name="slot hint - Hero image (newsroom)"/>
          <p:cNvSpPr txBox="1"/>
          <p:nvPr/>
        </p:nvSpPr>
        <p:spPr>
          <a:xfrm>
            <a:off x="3992728" y="3761173"/>
            <a:ext cx="4206240" cy="228600"/>
          </a:xfrm>
          <a:prstGeom prst="rect">
            <a:avLst/>
          </a:prstGeom>
          <a:noFill/>
          <a:ln/>
        </p:spPr>
        <p:txBody>
          <a:bodyPr wrap="square" lIns="0" tIns="0" rIns="0" bIns="0" rtlCol="0" anchor="ctr"/>
          <a:lstStyle/>
          <a:p>
            <a:pPr algn="ctr" indent="0" marL="0">
              <a:buNone/>
            </a:pPr>
            <a:r>
              <a:rPr lang="en-US" sz="900" dirty="0">
                <a:solidFill>
                  <a:schemeClr val="accent4"/>
                </a:solidFill>
              </a:rPr>
              <a:t>Hero image (newsroom)</a:t>
            </a:r>
            <a:endParaRPr lang="en-US" sz="900" dirty="0"/>
          </a:p>
        </p:txBody>
      </p:sp>
      <p:sp>
        <p:nvSpPr>
          <p:cNvPr id="41" name="Text 30"/>
          <p:cNvSpPr txBox="1"/>
          <p:nvPr/>
        </p:nvSpPr>
        <p:spPr>
          <a:xfrm>
            <a:off x="3143171" y="4147454"/>
            <a:ext cx="5905352" cy="219456"/>
          </a:xfrm>
          <a:prstGeom prst="rect">
            <a:avLst/>
          </a:prstGeom>
          <a:noFill/>
          <a:ln/>
        </p:spPr>
        <p:txBody>
          <a:bodyPr wrap="square" lIns="0" tIns="0" rIns="0" bIns="0" rtlCol="0" anchor="ctr"/>
          <a:lstStyle/>
          <a:p>
            <a:pPr algn="ctr" indent="0" marL="0">
              <a:buNone/>
            </a:pPr>
            <a:r>
              <a:rPr lang="en-US" sz="1050" dirty="0">
                <a:solidFill>
                  <a:schemeClr val="accent4"/>
                </a:solidFill>
              </a:rPr>
              <a:t>Woven into the entire newsroom workflow</a:t>
            </a:r>
            <a:endParaRPr lang="en-US" sz="1050" dirty="0"/>
          </a:p>
        </p:txBody>
      </p:sp>
      <p:sp>
        <p:nvSpPr>
          <p:cNvPr id="42" name="Tile - 50 years"/>
          <p:cNvSpPr/>
          <p:nvPr/>
        </p:nvSpPr>
        <p:spPr>
          <a:xfrm>
            <a:off x="9175521" y="2362141"/>
            <a:ext cx="1695408" cy="1003275"/>
          </a:xfrm>
          <a:prstGeom prst="roundRect">
            <a:avLst>
              <a:gd name="adj" fmla="val 18228"/>
            </a:avLst>
          </a:prstGeom>
          <a:solidFill>
            <a:srgbClr val="FFFFFF"/>
          </a:solidFill>
          <a:ln/>
        </p:spPr>
      </p:sp>
      <p:sp>
        <p:nvSpPr>
          <p:cNvPr id="43" name="Battery"/>
          <p:cNvSpPr txBox="1"/>
          <p:nvPr/>
        </p:nvSpPr>
        <p:spPr>
          <a:xfrm>
            <a:off x="9392288" y="2607746"/>
            <a:ext cx="1188720" cy="512064"/>
          </a:xfrm>
          <a:prstGeom prst="roundRect">
            <a:avLst>
              <a:gd name="adj" fmla="val 21429"/>
            </a:avLst>
          </a:prstGeom>
          <a:solidFill>
            <a:srgbClr val="FBD3D5"/>
          </a:solidFill>
          <a:ln w="31750">
            <a:solidFill>
              <a:srgbClr val="F4B4B6"/>
            </a:solidFill>
          </a:ln>
        </p:spPr>
        <p:txBody>
          <a:bodyPr wrap="square" lIns="0" tIns="0" rIns="0" bIns="0" rtlCol="0" anchor="ctr"/>
          <a:lstStyle/>
          <a:p>
            <a:pPr algn="ctr" indent="0" marL="0">
              <a:buNone/>
            </a:pPr>
            <a:r>
              <a:rPr lang="en-US" sz="1900" b="1" dirty="0">
                <a:solidFill>
                  <a:schemeClr val="accent1"/>
                </a:solidFill>
              </a:rPr>
              <a:t>50 years</a:t>
            </a:r>
            <a:endParaRPr lang="en-US" sz="1900" dirty="0"/>
          </a:p>
        </p:txBody>
      </p:sp>
      <p:sp>
        <p:nvSpPr>
          <p:cNvPr id="44" name="Battery nub"/>
          <p:cNvSpPr/>
          <p:nvPr/>
        </p:nvSpPr>
        <p:spPr>
          <a:xfrm>
            <a:off x="10608440" y="2772338"/>
            <a:ext cx="54864" cy="182880"/>
          </a:xfrm>
          <a:prstGeom prst="roundRect">
            <a:avLst>
              <a:gd name="adj" fmla="val 50000"/>
            </a:avLst>
          </a:prstGeom>
          <a:solidFill>
            <a:srgbClr val="F4B4B6"/>
          </a:solidFill>
          <a:ln/>
        </p:spPr>
      </p:sp>
      <p:sp>
        <p:nvSpPr>
          <p:cNvPr id="45" name="Tile - graphics"/>
          <p:cNvSpPr/>
          <p:nvPr/>
        </p:nvSpPr>
        <p:spPr>
          <a:xfrm>
            <a:off x="10966176" y="2362141"/>
            <a:ext cx="1098523" cy="1003275"/>
          </a:xfrm>
          <a:prstGeom prst="roundRect">
            <a:avLst>
              <a:gd name="adj" fmla="val 18228"/>
            </a:avLst>
          </a:prstGeom>
          <a:solidFill>
            <a:srgbClr val="FFFFFF"/>
          </a:solidFill>
          <a:ln/>
        </p:spPr>
      </p:sp>
      <p:pic>
        <p:nvPicPr>
          <p:cNvPr id="46" name="Sparkles icon" descr="preencoded.png">    </p:cNvPr>
          <p:cNvPicPr>
            <a:picLocks noChangeAspect="1"/>
          </p:cNvPicPr>
          <p:nvPr/>
        </p:nvPicPr>
        <p:blipFill>
          <a:blip r:embed="rId10"/>
          <a:stretch>
            <a:fillRect/>
          </a:stretch>
        </p:blipFill>
        <p:spPr>
          <a:xfrm>
            <a:off x="11323413" y="2526733"/>
            <a:ext cx="384048" cy="384048"/>
          </a:xfrm>
          <a:prstGeom prst="rect">
            <a:avLst/>
          </a:prstGeom>
        </p:spPr>
      </p:pic>
      <p:sp>
        <p:nvSpPr>
          <p:cNvPr id="47" name="Text 35"/>
          <p:cNvSpPr txBox="1"/>
          <p:nvPr/>
        </p:nvSpPr>
        <p:spPr>
          <a:xfrm>
            <a:off x="10966176" y="2983933"/>
            <a:ext cx="1098523" cy="256032"/>
          </a:xfrm>
          <a:prstGeom prst="rect">
            <a:avLst/>
          </a:prstGeom>
          <a:noFill/>
          <a:ln/>
        </p:spPr>
        <p:txBody>
          <a:bodyPr wrap="square" lIns="0" tIns="0" rIns="0" bIns="0" rtlCol="0" anchor="ctr"/>
          <a:lstStyle/>
          <a:p>
            <a:pPr algn="ctr" indent="0" marL="0">
              <a:buNone/>
            </a:pPr>
            <a:r>
              <a:rPr lang="en-US" sz="1050" dirty="0">
                <a:solidFill>
                  <a:schemeClr val="tx1"/>
                </a:solidFill>
              </a:rPr>
              <a:t>Gen-AI graphics</a:t>
            </a:r>
            <a:endParaRPr lang="en-US" sz="1050" dirty="0"/>
          </a:p>
        </p:txBody>
      </p:sp>
      <p:sp>
        <p:nvSpPr>
          <p:cNvPr id="48" name="Tile - visuals"/>
          <p:cNvSpPr/>
          <p:nvPr/>
        </p:nvSpPr>
        <p:spPr>
          <a:xfrm>
            <a:off x="9175521" y="3479713"/>
            <a:ext cx="2889178" cy="2127197"/>
          </a:xfrm>
          <a:prstGeom prst="roundRect">
            <a:avLst>
              <a:gd name="adj" fmla="val 8597"/>
            </a:avLst>
          </a:prstGeom>
          <a:solidFill>
            <a:srgbClr val="FFFFFF"/>
          </a:solidFill>
          <a:ln/>
        </p:spPr>
      </p:sp>
      <p:sp>
        <p:nvSpPr>
          <p:cNvPr id="49" name="Text 37"/>
          <p:cNvSpPr txBox="1"/>
          <p:nvPr/>
        </p:nvSpPr>
        <p:spPr>
          <a:xfrm>
            <a:off x="9312681" y="3607729"/>
            <a:ext cx="2614858" cy="274320"/>
          </a:xfrm>
          <a:prstGeom prst="rect">
            <a:avLst/>
          </a:prstGeom>
          <a:noFill/>
          <a:ln/>
        </p:spPr>
        <p:txBody>
          <a:bodyPr wrap="square" lIns="0" tIns="0" rIns="0" bIns="0" rtlCol="0" anchor="ctr"/>
          <a:lstStyle/>
          <a:p>
            <a:pPr algn="ctr" indent="0" marL="0">
              <a:buNone/>
            </a:pPr>
            <a:r>
              <a:rPr lang="en-US" sz="1150" dirty="0">
                <a:solidFill>
                  <a:schemeClr val="tx1"/>
                </a:solidFill>
              </a:rPr>
              <a:t>Covers, illustrations &amp; fashion shows</a:t>
            </a:r>
            <a:endParaRPr lang="en-US" sz="1150" dirty="0"/>
          </a:p>
        </p:txBody>
      </p:sp>
      <p:sp>
        <p:nvSpPr>
          <p:cNvPr id="50" name="IMAGE SLOT - Visual 1"/>
          <p:cNvSpPr/>
          <p:nvPr/>
        </p:nvSpPr>
        <p:spPr>
          <a:xfrm>
            <a:off x="9404121" y="4010065"/>
            <a:ext cx="398613" cy="1395677"/>
          </a:xfrm>
          <a:prstGeom prst="roundRect">
            <a:avLst>
              <a:gd name="adj" fmla="val 22940"/>
            </a:avLst>
          </a:prstGeom>
          <a:solidFill>
            <a:srgbClr val="E8E8ED"/>
          </a:solidFill>
          <a:ln/>
        </p:spPr>
      </p:sp>
      <p:pic>
        <p:nvPicPr>
          <p:cNvPr id="51" name="slot icon - Visual 1" descr="preencoded.png">    </p:cNvPr>
          <p:cNvPicPr>
            <a:picLocks noChangeAspect="1"/>
          </p:cNvPicPr>
          <p:nvPr/>
        </p:nvPicPr>
        <p:blipFill>
          <a:blip r:embed="rId11"/>
          <a:stretch>
            <a:fillRect/>
          </a:stretch>
        </p:blipFill>
        <p:spPr>
          <a:xfrm>
            <a:off x="9503774" y="4608250"/>
            <a:ext cx="199307" cy="199307"/>
          </a:xfrm>
          <a:prstGeom prst="rect">
            <a:avLst/>
          </a:prstGeom>
        </p:spPr>
      </p:pic>
      <p:sp>
        <p:nvSpPr>
          <p:cNvPr id="52" name="IMAGE SLOT - Visual 2"/>
          <p:cNvSpPr/>
          <p:nvPr/>
        </p:nvSpPr>
        <p:spPr>
          <a:xfrm>
            <a:off x="9912462" y="4010065"/>
            <a:ext cx="398613" cy="1395677"/>
          </a:xfrm>
          <a:prstGeom prst="roundRect">
            <a:avLst>
              <a:gd name="adj" fmla="val 22940"/>
            </a:avLst>
          </a:prstGeom>
          <a:solidFill>
            <a:srgbClr val="E8E8ED"/>
          </a:solidFill>
          <a:ln/>
        </p:spPr>
      </p:sp>
      <p:pic>
        <p:nvPicPr>
          <p:cNvPr id="53" name="slot icon - Visual 2" descr="preencoded.png">    </p:cNvPr>
          <p:cNvPicPr>
            <a:picLocks noChangeAspect="1"/>
          </p:cNvPicPr>
          <p:nvPr/>
        </p:nvPicPr>
        <p:blipFill>
          <a:blip r:embed="rId12"/>
          <a:stretch>
            <a:fillRect/>
          </a:stretch>
        </p:blipFill>
        <p:spPr>
          <a:xfrm>
            <a:off x="10012115" y="4608250"/>
            <a:ext cx="199307" cy="199307"/>
          </a:xfrm>
          <a:prstGeom prst="rect">
            <a:avLst/>
          </a:prstGeom>
        </p:spPr>
      </p:pic>
      <p:sp>
        <p:nvSpPr>
          <p:cNvPr id="54" name="IMAGE SLOT - Visual 3"/>
          <p:cNvSpPr/>
          <p:nvPr/>
        </p:nvSpPr>
        <p:spPr>
          <a:xfrm>
            <a:off x="10420803" y="4010065"/>
            <a:ext cx="398613" cy="1395677"/>
          </a:xfrm>
          <a:prstGeom prst="roundRect">
            <a:avLst>
              <a:gd name="adj" fmla="val 22940"/>
            </a:avLst>
          </a:prstGeom>
          <a:solidFill>
            <a:srgbClr val="E8E8ED"/>
          </a:solidFill>
          <a:ln/>
        </p:spPr>
      </p:sp>
      <p:pic>
        <p:nvPicPr>
          <p:cNvPr id="55" name="slot icon - Visual 3" descr="preencoded.png">    </p:cNvPr>
          <p:cNvPicPr>
            <a:picLocks noChangeAspect="1"/>
          </p:cNvPicPr>
          <p:nvPr/>
        </p:nvPicPr>
        <p:blipFill>
          <a:blip r:embed="rId13"/>
          <a:stretch>
            <a:fillRect/>
          </a:stretch>
        </p:blipFill>
        <p:spPr>
          <a:xfrm>
            <a:off x="10520456" y="4608250"/>
            <a:ext cx="199307" cy="199307"/>
          </a:xfrm>
          <a:prstGeom prst="rect">
            <a:avLst/>
          </a:prstGeom>
        </p:spPr>
      </p:pic>
      <p:sp>
        <p:nvSpPr>
          <p:cNvPr id="56" name="IMAGE SLOT - Visual 4"/>
          <p:cNvSpPr/>
          <p:nvPr/>
        </p:nvSpPr>
        <p:spPr>
          <a:xfrm>
            <a:off x="10929144" y="4010065"/>
            <a:ext cx="398613" cy="1395677"/>
          </a:xfrm>
          <a:prstGeom prst="roundRect">
            <a:avLst>
              <a:gd name="adj" fmla="val 22940"/>
            </a:avLst>
          </a:prstGeom>
          <a:solidFill>
            <a:srgbClr val="E8E8ED"/>
          </a:solidFill>
          <a:ln/>
        </p:spPr>
      </p:sp>
      <p:pic>
        <p:nvPicPr>
          <p:cNvPr id="57" name="slot icon - Visual 4" descr="preencoded.png">    </p:cNvPr>
          <p:cNvPicPr>
            <a:picLocks noChangeAspect="1"/>
          </p:cNvPicPr>
          <p:nvPr/>
        </p:nvPicPr>
        <p:blipFill>
          <a:blip r:embed="rId14"/>
          <a:stretch>
            <a:fillRect/>
          </a:stretch>
        </p:blipFill>
        <p:spPr>
          <a:xfrm>
            <a:off x="11028797" y="4608250"/>
            <a:ext cx="199307" cy="199307"/>
          </a:xfrm>
          <a:prstGeom prst="rect">
            <a:avLst/>
          </a:prstGeom>
        </p:spPr>
      </p:pic>
      <p:sp>
        <p:nvSpPr>
          <p:cNvPr id="58" name="IMAGE SLOT - Visual 5"/>
          <p:cNvSpPr/>
          <p:nvPr/>
        </p:nvSpPr>
        <p:spPr>
          <a:xfrm>
            <a:off x="11437485" y="4010065"/>
            <a:ext cx="398613" cy="1395677"/>
          </a:xfrm>
          <a:prstGeom prst="roundRect">
            <a:avLst>
              <a:gd name="adj" fmla="val 22940"/>
            </a:avLst>
          </a:prstGeom>
          <a:solidFill>
            <a:srgbClr val="E8E8ED"/>
          </a:solidFill>
          <a:ln/>
        </p:spPr>
      </p:sp>
      <p:pic>
        <p:nvPicPr>
          <p:cNvPr id="59" name="slot icon - Visual 5" descr="preencoded.png">    </p:cNvPr>
          <p:cNvPicPr>
            <a:picLocks noChangeAspect="1"/>
          </p:cNvPicPr>
          <p:nvPr/>
        </p:nvPicPr>
        <p:blipFill>
          <a:blip r:embed="rId15"/>
          <a:stretch>
            <a:fillRect/>
          </a:stretch>
        </p:blipFill>
        <p:spPr>
          <a:xfrm>
            <a:off x="11537139" y="4608250"/>
            <a:ext cx="199307" cy="199307"/>
          </a:xfrm>
          <a:prstGeom prst="rect">
            <a:avLst/>
          </a:prstGeom>
        </p:spPr>
      </p:pic>
      <p:sp>
        <p:nvSpPr>
          <p:cNvPr id="60" name="Tile - national anthem"/>
          <p:cNvSpPr/>
          <p:nvPr/>
        </p:nvSpPr>
        <p:spPr>
          <a:xfrm>
            <a:off x="3143171" y="4584585"/>
            <a:ext cx="3505112" cy="2146246"/>
          </a:xfrm>
          <a:prstGeom prst="roundRect">
            <a:avLst>
              <a:gd name="adj" fmla="val 8521"/>
            </a:avLst>
          </a:prstGeom>
          <a:solidFill>
            <a:srgbClr val="FFFFFF"/>
          </a:solidFill>
          <a:ln/>
        </p:spPr>
      </p:sp>
      <p:sp>
        <p:nvSpPr>
          <p:cNvPr id="61" name="Text 44"/>
          <p:cNvSpPr txBox="1"/>
          <p:nvPr/>
        </p:nvSpPr>
        <p:spPr>
          <a:xfrm>
            <a:off x="3280331" y="4712601"/>
            <a:ext cx="3230792" cy="274320"/>
          </a:xfrm>
          <a:prstGeom prst="rect">
            <a:avLst/>
          </a:prstGeom>
          <a:noFill/>
          <a:ln/>
        </p:spPr>
        <p:txBody>
          <a:bodyPr wrap="square" lIns="0" tIns="0" rIns="0" bIns="0" rtlCol="0" anchor="ctr"/>
          <a:lstStyle/>
          <a:p>
            <a:pPr algn="ctr" indent="0" marL="0">
              <a:buNone/>
            </a:pPr>
            <a:r>
              <a:rPr lang="en-US" sz="1250" dirty="0">
                <a:solidFill>
                  <a:schemeClr val="tx1"/>
                </a:solidFill>
              </a:rPr>
              <a:t>National anthem, recreated with AI</a:t>
            </a:r>
            <a:endParaRPr lang="en-US" sz="1250" dirty="0"/>
          </a:p>
        </p:txBody>
      </p:sp>
      <p:sp>
        <p:nvSpPr>
          <p:cNvPr id="62" name="IMAGE SLOT - Freedom fighters still"/>
          <p:cNvSpPr/>
          <p:nvPr/>
        </p:nvSpPr>
        <p:spPr>
          <a:xfrm>
            <a:off x="3371771" y="5087505"/>
            <a:ext cx="3047912" cy="1460446"/>
          </a:xfrm>
          <a:prstGeom prst="roundRect">
            <a:avLst>
              <a:gd name="adj" fmla="val 8766"/>
            </a:avLst>
          </a:prstGeom>
          <a:solidFill>
            <a:srgbClr val="E8E8ED"/>
          </a:solidFill>
          <a:ln/>
        </p:spPr>
      </p:sp>
      <p:pic>
        <p:nvPicPr>
          <p:cNvPr id="63" name="slot icon - Freedom fighters still" descr="preencoded.png">    </p:cNvPr>
          <p:cNvPicPr>
            <a:picLocks noChangeAspect="1"/>
          </p:cNvPicPr>
          <p:nvPr/>
        </p:nvPicPr>
        <p:blipFill>
          <a:blip r:embed="rId16"/>
          <a:stretch>
            <a:fillRect/>
          </a:stretch>
        </p:blipFill>
        <p:spPr>
          <a:xfrm>
            <a:off x="4740280" y="5543409"/>
            <a:ext cx="310896" cy="310896"/>
          </a:xfrm>
          <a:prstGeom prst="rect">
            <a:avLst/>
          </a:prstGeom>
        </p:spPr>
      </p:pic>
      <p:sp>
        <p:nvSpPr>
          <p:cNvPr id="64" name="slot hint - Freedom fighters still"/>
          <p:cNvSpPr txBox="1"/>
          <p:nvPr/>
        </p:nvSpPr>
        <p:spPr>
          <a:xfrm>
            <a:off x="3371771" y="5927457"/>
            <a:ext cx="3047912" cy="228600"/>
          </a:xfrm>
          <a:prstGeom prst="rect">
            <a:avLst/>
          </a:prstGeom>
          <a:noFill/>
          <a:ln/>
        </p:spPr>
        <p:txBody>
          <a:bodyPr wrap="square" lIns="0" tIns="0" rIns="0" bIns="0" rtlCol="0" anchor="ctr"/>
          <a:lstStyle/>
          <a:p>
            <a:pPr algn="ctr" indent="0" marL="0">
              <a:buNone/>
            </a:pPr>
            <a:r>
              <a:rPr lang="en-US" sz="900" dirty="0">
                <a:solidFill>
                  <a:schemeClr val="accent4"/>
                </a:solidFill>
              </a:rPr>
              <a:t>Freedom fighters still</a:t>
            </a:r>
            <a:endParaRPr lang="en-US" sz="900" dirty="0"/>
          </a:p>
        </p:txBody>
      </p:sp>
      <p:sp>
        <p:nvSpPr>
          <p:cNvPr id="65" name="Tile - video and infographics"/>
          <p:cNvSpPr/>
          <p:nvPr/>
        </p:nvSpPr>
        <p:spPr>
          <a:xfrm>
            <a:off x="6749881" y="4584585"/>
            <a:ext cx="2298643" cy="2146246"/>
          </a:xfrm>
          <a:prstGeom prst="roundRect">
            <a:avLst>
              <a:gd name="adj" fmla="val 8521"/>
            </a:avLst>
          </a:prstGeom>
          <a:solidFill>
            <a:srgbClr val="FFFFFF"/>
          </a:solidFill>
          <a:ln/>
        </p:spPr>
      </p:sp>
      <p:sp>
        <p:nvSpPr>
          <p:cNvPr id="66" name="Text 48"/>
          <p:cNvSpPr txBox="1"/>
          <p:nvPr/>
        </p:nvSpPr>
        <p:spPr>
          <a:xfrm>
            <a:off x="6887041" y="4712601"/>
            <a:ext cx="2024323" cy="274320"/>
          </a:xfrm>
          <a:prstGeom prst="rect">
            <a:avLst/>
          </a:prstGeom>
          <a:noFill/>
          <a:ln/>
        </p:spPr>
        <p:txBody>
          <a:bodyPr wrap="square" lIns="0" tIns="0" rIns="0" bIns="0" rtlCol="0" anchor="ctr"/>
          <a:lstStyle/>
          <a:p>
            <a:pPr algn="ctr" indent="0" marL="0">
              <a:buNone/>
            </a:pPr>
            <a:r>
              <a:rPr lang="en-US" sz="1250" dirty="0">
                <a:solidFill>
                  <a:schemeClr val="tx1"/>
                </a:solidFill>
              </a:rPr>
              <a:t>AI video &amp; infographics</a:t>
            </a:r>
            <a:endParaRPr lang="en-US" sz="1250" dirty="0"/>
          </a:p>
        </p:txBody>
      </p:sp>
      <p:sp>
        <p:nvSpPr>
          <p:cNvPr id="67" name="IMAGE SLOT - Infographic frame"/>
          <p:cNvSpPr/>
          <p:nvPr/>
        </p:nvSpPr>
        <p:spPr>
          <a:xfrm>
            <a:off x="6932761" y="5087505"/>
            <a:ext cx="1932883" cy="1460446"/>
          </a:xfrm>
          <a:prstGeom prst="roundRect">
            <a:avLst>
              <a:gd name="adj" fmla="val 8766"/>
            </a:avLst>
          </a:prstGeom>
          <a:solidFill>
            <a:srgbClr val="E8E8ED"/>
          </a:solidFill>
          <a:ln/>
        </p:spPr>
      </p:sp>
      <p:pic>
        <p:nvPicPr>
          <p:cNvPr id="68" name="slot icon - Infographic frame" descr="preencoded.png">    </p:cNvPr>
          <p:cNvPicPr>
            <a:picLocks noChangeAspect="1"/>
          </p:cNvPicPr>
          <p:nvPr/>
        </p:nvPicPr>
        <p:blipFill>
          <a:blip r:embed="rId17"/>
          <a:stretch>
            <a:fillRect/>
          </a:stretch>
        </p:blipFill>
        <p:spPr>
          <a:xfrm>
            <a:off x="7743755" y="5543409"/>
            <a:ext cx="310896" cy="310896"/>
          </a:xfrm>
          <a:prstGeom prst="rect">
            <a:avLst/>
          </a:prstGeom>
        </p:spPr>
      </p:pic>
      <p:sp>
        <p:nvSpPr>
          <p:cNvPr id="69" name="slot hint - Infographic frame"/>
          <p:cNvSpPr txBox="1"/>
          <p:nvPr/>
        </p:nvSpPr>
        <p:spPr>
          <a:xfrm>
            <a:off x="6932761" y="5927457"/>
            <a:ext cx="1932883" cy="228600"/>
          </a:xfrm>
          <a:prstGeom prst="rect">
            <a:avLst/>
          </a:prstGeom>
          <a:noFill/>
          <a:ln/>
        </p:spPr>
        <p:txBody>
          <a:bodyPr wrap="square" lIns="0" tIns="0" rIns="0" bIns="0" rtlCol="0" anchor="ctr"/>
          <a:lstStyle/>
          <a:p>
            <a:pPr algn="ctr" indent="0" marL="0">
              <a:buNone/>
            </a:pPr>
            <a:r>
              <a:rPr lang="en-US" sz="900" dirty="0">
                <a:solidFill>
                  <a:schemeClr val="accent4"/>
                </a:solidFill>
              </a:rPr>
              <a:t>Infographic frame</a:t>
            </a:r>
            <a:endParaRPr lang="en-US" sz="900" dirty="0"/>
          </a:p>
        </p:txBody>
      </p:sp>
      <p:sp>
        <p:nvSpPr>
          <p:cNvPr id="70" name="Tile - covers since 1975"/>
          <p:cNvSpPr/>
          <p:nvPr/>
        </p:nvSpPr>
        <p:spPr>
          <a:xfrm>
            <a:off x="126997" y="5156071"/>
            <a:ext cx="2908227" cy="1574761"/>
          </a:xfrm>
          <a:prstGeom prst="roundRect">
            <a:avLst>
              <a:gd name="adj" fmla="val 11613"/>
            </a:avLst>
          </a:prstGeom>
          <a:solidFill>
            <a:srgbClr val="FFFFFF"/>
          </a:solidFill>
          <a:ln/>
        </p:spPr>
      </p:sp>
      <p:sp>
        <p:nvSpPr>
          <p:cNvPr id="71" name="Text 52"/>
          <p:cNvSpPr txBox="1"/>
          <p:nvPr/>
        </p:nvSpPr>
        <p:spPr>
          <a:xfrm>
            <a:off x="264157" y="5284087"/>
            <a:ext cx="2633907" cy="274320"/>
          </a:xfrm>
          <a:prstGeom prst="rect">
            <a:avLst/>
          </a:prstGeom>
          <a:noFill/>
          <a:ln/>
        </p:spPr>
        <p:txBody>
          <a:bodyPr wrap="square" lIns="0" tIns="0" rIns="0" bIns="0" rtlCol="0" anchor="ctr"/>
          <a:lstStyle/>
          <a:p>
            <a:pPr algn="ctr" indent="0" marL="0">
              <a:buNone/>
            </a:pPr>
            <a:r>
              <a:rPr lang="en-US" sz="1250" dirty="0">
                <a:solidFill>
                  <a:schemeClr val="tx1"/>
                </a:solidFill>
              </a:rPr>
              <a:t>Covers since 1975, brought alive</a:t>
            </a:r>
            <a:endParaRPr lang="en-US" sz="1250" dirty="0"/>
          </a:p>
        </p:txBody>
      </p:sp>
      <p:sp>
        <p:nvSpPr>
          <p:cNvPr id="72" name="IMAGE SLOT - Animated cover"/>
          <p:cNvSpPr/>
          <p:nvPr/>
        </p:nvSpPr>
        <p:spPr>
          <a:xfrm>
            <a:off x="309877" y="5631559"/>
            <a:ext cx="2542467" cy="952969"/>
          </a:xfrm>
          <a:prstGeom prst="roundRect">
            <a:avLst>
              <a:gd name="adj" fmla="val 13433"/>
            </a:avLst>
          </a:prstGeom>
          <a:solidFill>
            <a:srgbClr val="E8E8ED"/>
          </a:solidFill>
          <a:ln/>
        </p:spPr>
      </p:sp>
      <p:pic>
        <p:nvPicPr>
          <p:cNvPr id="73" name="slot icon - Animated cover" descr="preencoded.png">    </p:cNvPr>
          <p:cNvPicPr>
            <a:picLocks noChangeAspect="1"/>
          </p:cNvPicPr>
          <p:nvPr/>
        </p:nvPicPr>
        <p:blipFill>
          <a:blip r:embed="rId18"/>
          <a:stretch>
            <a:fillRect/>
          </a:stretch>
        </p:blipFill>
        <p:spPr>
          <a:xfrm>
            <a:off x="1425662" y="5833723"/>
            <a:ext cx="310896" cy="310896"/>
          </a:xfrm>
          <a:prstGeom prst="rect">
            <a:avLst/>
          </a:prstGeom>
        </p:spPr>
      </p:pic>
      <p:sp>
        <p:nvSpPr>
          <p:cNvPr id="74" name="slot hint - Animated cover"/>
          <p:cNvSpPr txBox="1"/>
          <p:nvPr/>
        </p:nvSpPr>
        <p:spPr>
          <a:xfrm>
            <a:off x="309877" y="6217771"/>
            <a:ext cx="2542467" cy="228600"/>
          </a:xfrm>
          <a:prstGeom prst="rect">
            <a:avLst/>
          </a:prstGeom>
          <a:noFill/>
          <a:ln/>
        </p:spPr>
        <p:txBody>
          <a:bodyPr wrap="square" lIns="0" tIns="0" rIns="0" bIns="0" rtlCol="0" anchor="ctr"/>
          <a:lstStyle/>
          <a:p>
            <a:pPr algn="ctr" indent="0" marL="0">
              <a:buNone/>
            </a:pPr>
            <a:r>
              <a:rPr lang="en-US" sz="900" dirty="0">
                <a:solidFill>
                  <a:schemeClr val="accent4"/>
                </a:solidFill>
              </a:rPr>
              <a:t>Animated cover</a:t>
            </a:r>
            <a:endParaRPr lang="en-US" sz="900" dirty="0"/>
          </a:p>
        </p:txBody>
      </p:sp>
      <p:sp>
        <p:nvSpPr>
          <p:cNvPr id="75" name="Tile - truth"/>
          <p:cNvSpPr/>
          <p:nvPr/>
        </p:nvSpPr>
        <p:spPr>
          <a:xfrm>
            <a:off x="9175521" y="5714857"/>
            <a:ext cx="1695408" cy="1015975"/>
          </a:xfrm>
          <a:prstGeom prst="roundRect">
            <a:avLst>
              <a:gd name="adj" fmla="val 18000"/>
            </a:avLst>
          </a:prstGeom>
          <a:solidFill>
            <a:srgbClr val="FFFFFF"/>
          </a:solidFill>
          <a:ln/>
        </p:spPr>
      </p:sp>
      <p:pic>
        <p:nvPicPr>
          <p:cNvPr id="76" name="Shield icon" descr="preencoded.png">    </p:cNvPr>
          <p:cNvPicPr>
            <a:picLocks noChangeAspect="1"/>
          </p:cNvPicPr>
          <p:nvPr/>
        </p:nvPicPr>
        <p:blipFill>
          <a:blip r:embed="rId19"/>
          <a:stretch>
            <a:fillRect/>
          </a:stretch>
        </p:blipFill>
        <p:spPr>
          <a:xfrm>
            <a:off x="9831200" y="5842873"/>
            <a:ext cx="384048" cy="384048"/>
          </a:xfrm>
          <a:prstGeom prst="rect">
            <a:avLst/>
          </a:prstGeom>
        </p:spPr>
      </p:pic>
      <p:sp>
        <p:nvSpPr>
          <p:cNvPr id="77" name="Text 56"/>
          <p:cNvSpPr txBox="1"/>
          <p:nvPr/>
        </p:nvSpPr>
        <p:spPr>
          <a:xfrm>
            <a:off x="9175521" y="6263497"/>
            <a:ext cx="1695408" cy="384048"/>
          </a:xfrm>
          <a:prstGeom prst="rect">
            <a:avLst/>
          </a:prstGeom>
          <a:noFill/>
          <a:ln/>
        </p:spPr>
        <p:txBody>
          <a:bodyPr wrap="square" lIns="0" tIns="0" rIns="0" bIns="0" rtlCol="0" anchor="ctr"/>
          <a:lstStyle/>
          <a:p>
            <a:pPr algn="ctr" indent="0" marL="0">
              <a:buNone/>
            </a:pPr>
            <a:r>
              <a:rPr lang="en-US" sz="1050" dirty="0">
                <a:solidFill>
                  <a:schemeClr val="tx1"/>
                </a:solidFill>
              </a:rPr>
              <a:t>Truth &amp; credibility</a:t>
            </a:r>
            <a:endParaRPr lang="en-US" sz="1050" dirty="0"/>
          </a:p>
          <a:p>
            <a:pPr algn="ctr" indent="0" marL="0">
              <a:buNone/>
            </a:pPr>
            <a:r>
              <a:rPr lang="en-US" sz="1050" dirty="0">
                <a:solidFill>
                  <a:schemeClr val="tx1"/>
                </a:solidFill>
              </a:rPr>
              <a:t>at the heart</a:t>
            </a:r>
            <a:endParaRPr lang="en-US" sz="1050" dirty="0"/>
          </a:p>
        </p:txBody>
      </p:sp>
      <p:sp>
        <p:nvSpPr>
          <p:cNvPr id="78" name="Tile - next 50"/>
          <p:cNvSpPr/>
          <p:nvPr/>
        </p:nvSpPr>
        <p:spPr>
          <a:xfrm>
            <a:off x="10966176" y="5714857"/>
            <a:ext cx="1098523" cy="1015975"/>
          </a:xfrm>
          <a:prstGeom prst="roundRect">
            <a:avLst>
              <a:gd name="adj" fmla="val 18000"/>
            </a:avLst>
          </a:prstGeom>
          <a:solidFill>
            <a:srgbClr val="FFFFFF"/>
          </a:solidFill>
          <a:ln/>
        </p:spPr>
      </p:sp>
      <p:sp>
        <p:nvSpPr>
          <p:cNvPr id="79" name="Text 58"/>
          <p:cNvSpPr txBox="1"/>
          <p:nvPr/>
        </p:nvSpPr>
        <p:spPr>
          <a:xfrm>
            <a:off x="10966176" y="5714857"/>
            <a:ext cx="1098523" cy="1015975"/>
          </a:xfrm>
          <a:prstGeom prst="rect">
            <a:avLst/>
          </a:prstGeom>
          <a:noFill/>
          <a:ln/>
        </p:spPr>
        <p:txBody>
          <a:bodyPr wrap="square" lIns="0" tIns="0" rIns="0" bIns="0" rtlCol="0" anchor="ctr"/>
          <a:lstStyle/>
          <a:p>
            <a:pPr algn="ctr" indent="0" marL="0">
              <a:buNone/>
            </a:pPr>
            <a:r>
              <a:rPr lang="en-US" sz="1250" b="1" dirty="0">
                <a:solidFill>
                  <a:schemeClr val="tx1"/>
                </a:solidFill>
              </a:rPr>
              <a:t>Built for</a:t>
            </a:r>
            <a:endParaRPr lang="en-US" sz="1250" dirty="0"/>
          </a:p>
          <a:p>
            <a:pPr algn="ctr" indent="0" marL="0">
              <a:buNone/>
            </a:pPr>
            <a:r>
              <a:rPr lang="en-US" sz="1250" b="1" dirty="0">
                <a:solidFill>
                  <a:schemeClr val="accent1"/>
                </a:solidFill>
              </a:rPr>
              <a:t>the next 50</a:t>
            </a:r>
            <a:endParaRPr lang="en-US" sz="1250" dirty="0"/>
          </a:p>
        </p:txBody>
      </p:sp>
    </p:spTree>
  </p:cSld>
  <p:clrMapOvr>
    <a:masterClrMapping/>
  </p:clrMapOvr>
</p:sld>
</file>

<file path=ppt/theme/theme1.xml><?xml version="1.0" encoding="utf-8"?>
<a:theme xmlns:a="http://schemas.openxmlformats.org/drawingml/2006/main" name="India Today AI Bento">
  <a:themeElements>
    <a:clrScheme name="India Today AI Bento">
      <a:dk1>
        <a:srgbClr val="1D1D1F"/>
      </a:dk1>
      <a:lt1>
        <a:srgbClr val="FFFFFF"/>
      </a:lt1>
      <a:dk2>
        <a:srgbClr val="3A3A3F"/>
      </a:dk2>
      <a:lt2>
        <a:srgbClr val="F2F2F5"/>
      </a:lt2>
      <a:accent1>
        <a:srgbClr val="E31E24"/>
      </a:accent1>
      <a:accent2>
        <a:srgbClr val="D6206A"/>
      </a:accent2>
      <a:accent3>
        <a:srgbClr val="7A3BD0"/>
      </a:accent3>
      <a:accent4>
        <a:srgbClr val="86868B"/>
      </a:accent4>
      <a:accent5>
        <a:srgbClr val="E8E8ED"/>
      </a:accent5>
      <a:accent6>
        <a:srgbClr val="FBD3D5"/>
      </a:accent6>
      <a:hlink>
        <a:srgbClr val="E31E24"/>
      </a:hlink>
      <a:folHlink>
        <a:srgbClr val="86868B"/>
      </a:folHlink>
    </a:clrScheme>
    <a:fontScheme name="India Today AI Bento">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India Today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at India Today Group — at a glance</dc:title>
  <dc:subject>PptxGenJS Presentation</dc:subject>
  <dc:creator>India Today Group</dc:creator>
  <cp:lastModifiedBy>India Today Group</cp:lastModifiedBy>
  <cp:revision>1</cp:revision>
  <dcterms:created xsi:type="dcterms:W3CDTF">2026-10-13T09:04:20Z</dcterms:created>
  <dcterms:modified xsi:type="dcterms:W3CDTF">2026-10-13T09:04:20Z</dcterms:modified>
</cp:coreProperties>
</file>